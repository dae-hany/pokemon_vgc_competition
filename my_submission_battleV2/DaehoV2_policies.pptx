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81328" y="4206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팀빌드 정책  ·  SmartTeamBuildPolicy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99616" y="987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50마리 로스터 → 6마리 구성 + EV/Nature/기술 배정  ·  championship track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내구 우선(bulk-first) — “맞고도 버티는” 6마리를 골라 행동 횟수를 확보한다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377440"/>
            <a:ext cx="17830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50×50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데미지 행렬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2377440"/>
            <a:ext cx="393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06624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06624" y="2377440"/>
            <a:ext cx="17830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점수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화력+내구+HP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71416" y="2377440"/>
            <a:ext cx="393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377440"/>
            <a:ext cx="17830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그리디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+공유약점 패널티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1112" y="2377440"/>
            <a:ext cx="393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86016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86016" y="2377440"/>
            <a:ext cx="17830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스왑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개선(수렴까지)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50808" y="2377440"/>
            <a:ext cx="393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25712" y="237744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25712" y="2377440"/>
            <a:ext cx="17830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EV·Nature</a:t>
            </a:r>
            <a:endParaRPr lang="en-US" sz="10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·기술 배정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11045952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69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base_score = 1.0·firepower + 1.0·bulk + 0.5·hp_score</a:t>
            </a:r>
            <a:pPr indent="0" marL="0">
              <a:buNone/>
            </a:pPr>
            <a:r>
              <a:rPr lang="en-US" sz="1300" dirty="0">
                <a:solidFill>
                  <a:srgbClr val="AEED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· 속도 제외(선발에서 처리)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6928" y="512064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5120640"/>
            <a:ext cx="82296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5120640"/>
            <a:ext cx="50749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평탄화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max−min 데미지 범위를 줄여 특정 상대 편중을 방지 — 전 로스터에 고르게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512064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5120640"/>
            <a:ext cx="82296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120640"/>
            <a:ext cx="50749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공유약점 패널티 (−0.2)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공격 타입에 함께 약점인 조합을 감점 → 타입 편중으로 한꺼번에 쓸림 방지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81328" y="4206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선발 정책  ·  StrategySelectionPolicy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99616" y="987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6마리 → 4마리 선발 + 출전 순서  ·  battle + championship track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내포한 전략을 감지해 선발 — 단순 화력 그리디를 넘어선 “전략 인지”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포켓몬 가치 함수  _score_attacker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2860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= 1.07·화력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− 0.50·피격</a:t>
            </a:r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+ 0.30·내구 + 0.55·속도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520440"/>
            <a:ext cx="5029200" cy="1554480"/>
          </a:xfrm>
          <a:prstGeom prst="roundRect">
            <a:avLst>
              <a:gd name="adj" fmla="val 35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6118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인지 (P21) — 검증된 핵심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“상대에게 많이 맞는” 포켓몬을 감점. 순수 화력 스코어에 방어 인지를 더해 외부봇 가중평균을 끌어올렸다. 충분히 일반적이라 팀빌드로도 확장.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" y="5257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_pick_best_n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그리디로 리드 2 + 후보 2 순서 보장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1993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감지 우선순위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286000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24917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2491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286000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TRICK_ROOM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트릭룸 기술 + 속도&lt;70 공격수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= [TR 설정자, 느린 고화력]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3273552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347929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3273552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기술 보유 (Rain/Sun/Sand/Snow)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= [설정자, 수혜 타입/최고 공격수]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4261104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446684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089904" y="4466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20840" y="4261104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HYPER_OFFENSE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≥ 100 포켓몬 2마리 이상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= [최속 2마리]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0" y="5248656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545439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089904" y="5454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20840" y="5248656"/>
            <a:ext cx="4800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BALANCED  (fallback)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전부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최적 4마리 선발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81328" y="4206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배틀 정책  ·  StrategyBattlePolicy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99616" y="987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턴 각 포켓몬 행동 결정 (기술/교체/보호)  ·  2v2 더블배틀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calculate_damage 기반 턴 휴리스틱 — 그리고 “의도적으로 단순”하게 유지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의사결정 순서 (각 슬롯)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331720"/>
            <a:ext cx="8229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31720"/>
            <a:ext cx="5623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solo-KO 가능?  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그냥 공격 (자유 슬롯으로 남김)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3392424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392424"/>
            <a:ext cx="8229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92424"/>
            <a:ext cx="5623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 조건?  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 턴 벌어 파트너에게 KO 위임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412394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4453128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453128"/>
            <a:ext cx="8229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53128"/>
            <a:ext cx="5623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 / 타입 교체?  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저항 가능 포켓몬으로 전선 재편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51846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5513832"/>
            <a:ext cx="6035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5513832"/>
            <a:ext cx="8229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13832"/>
            <a:ext cx="5623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슬롯 배분  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듀오 _best_assignment / 단일 _best_move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통찰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2286000"/>
            <a:ext cx="4754880" cy="224028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14032" y="2450592"/>
            <a:ext cx="4242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배틀 계층 = MCTS-safe 유지
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Yamabuki는 MCTS로 우리를 예측한다. 배틀 로직을 “더 똑똑하게” 바꾸면 행동이 규칙적이 되어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역이용당한다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(P18–P20 모두 하락).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∴ 고도화는 선발·팀빌드 계층에 집중.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0" y="4709160"/>
            <a:ext cx="47548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4709160"/>
            <a:ext cx="82296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4800600"/>
            <a:ext cx="4389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 · 위협 제거 우선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 보너스 +13k(빠름)/+10k, 선공 KO +20k, 위협도 보정으로 단순 데미지가 아닌 “위협 제거” 가치를 반영.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DaehoV2 — VGC AI 정책 설계</dc:title>
  <dc:subject>PptxGenJS Presentation</dc:subject>
  <dc:creator>DaehoV2</dc:creator>
  <cp:lastModifiedBy>DaehoV2</cp:lastModifiedBy>
  <cp:revision>1</cp:revision>
  <dcterms:created xsi:type="dcterms:W3CDTF">2026-06-01T07:26:30Z</dcterms:created>
  <dcterms:modified xsi:type="dcterms:W3CDTF">2026-06-01T07:26:30Z</dcterms:modified>
</cp:coreProperties>
</file>