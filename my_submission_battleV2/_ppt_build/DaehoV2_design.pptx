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F4ED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035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VGC AI COMPETITION 2026 · 설계 발표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spc="-100" kern="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DaehoV2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4871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Battle · Championship 트랙 출전 AI 에이전트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9077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 개의 Policy가 공유 전략 감지 로직으로 연결된 단일 설계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4A154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TeamBuild Policy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71800" y="38862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4A154B"/>
          </a:solidFill>
          <a:ln/>
        </p:spPr>
      </p:sp>
      <p:sp>
        <p:nvSpPr>
          <p:cNvPr id="10" name="Text 8"/>
          <p:cNvSpPr/>
          <p:nvPr/>
        </p:nvSpPr>
        <p:spPr>
          <a:xfrm>
            <a:off x="297180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Selection Policy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94960" y="38862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4A154B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Battle Policy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F4ED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BUILD POLICY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40" kern="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팀빌딩 — SmartTeamBuildPolicy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50마리 로스터 → 6마리 선발, EV·성격·기술 자동 배정 · 컨셉: Bulk-First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337560" cy="2651760"/>
          </a:xfrm>
          <a:prstGeom prst="roundRect">
            <a:avLst>
              <a:gd name="adj" fmla="val 5517"/>
            </a:avLst>
          </a:prstGeom>
          <a:solidFill>
            <a:srgbClr val="F4EDE4"/>
          </a:solidFill>
          <a:ln/>
          <a:effectLst>
            <a:outerShdw sx="100000" sy="100000" kx="0" ky="0" algn="bl" rotWithShape="0" blurRad="1397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 점수 (속도 제외)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base_score =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화력(firepower)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 내구(bulk)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+ 0.5 × HP 보너스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화력·내구를 동일 가중. 속도는 의도적으로 제외 — 선발 단계에서 처리한다.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98848" y="2286000"/>
            <a:ext cx="0" cy="2029968"/>
          </a:xfrm>
          <a:prstGeom prst="line">
            <a:avLst/>
          </a:prstGeom>
          <a:noFill/>
          <a:ln w="25400">
            <a:solidFill>
              <a:srgbClr val="E3D3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084832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2039112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50×50 데미지 매트릭스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 × 타입상성 × 공·방 스탯 비율로 모든 매치업 계산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297680" y="2761488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2715768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Bulk-First 점수화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화력 + 내구 + HP 보너스로 후보 평가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297680" y="3438144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3392424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+ 공유 약점 패널티 (P4)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커버리지 최적 + 타입 편중 억제 (−0.2 × 공유약점)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4114800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4069080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로컬 스왑 개선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지역 최적까지 멤버 1명씩 교체 반복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4ED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SELECTION POLICY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40" kern="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선발 — StrategySelectionPolicy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6마리 → 4마리 선발 &amp; 출전 순서 결정 · identify_strategy()로 전략 판별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057400"/>
            <a:ext cx="1755648" cy="914400"/>
          </a:xfrm>
          <a:prstGeom prst="roundRect">
            <a:avLst>
              <a:gd name="adj" fmla="val 14000"/>
            </a:avLst>
          </a:prstGeom>
          <a:solidFill>
            <a:srgbClr val="F4EDE4"/>
          </a:solidFill>
          <a:ln w="12700">
            <a:solidFill>
              <a:srgbClr val="E3D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0574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spc="50" kern="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TRICK ROOM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 + 저속 공격수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22576" y="20574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15184" y="2057400"/>
            <a:ext cx="1755648" cy="914400"/>
          </a:xfrm>
          <a:prstGeom prst="roundRect">
            <a:avLst>
              <a:gd name="adj" fmla="val 14000"/>
            </a:avLst>
          </a:prstGeom>
          <a:solidFill>
            <a:srgbClr val="F4EDE4"/>
          </a:solidFill>
          <a:ln w="12700">
            <a:solidFill>
              <a:srgbClr val="E3D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15184" y="20574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spc="50" kern="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날씨 + 수혜 타입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70832" y="20574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2057400"/>
            <a:ext cx="1755648" cy="914400"/>
          </a:xfrm>
          <a:prstGeom prst="roundRect">
            <a:avLst>
              <a:gd name="adj" fmla="val 14000"/>
            </a:avLst>
          </a:prstGeom>
          <a:solidFill>
            <a:srgbClr val="F4EDE4"/>
          </a:solidFill>
          <a:ln w="12700">
            <a:solidFill>
              <a:srgbClr val="E3D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574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spc="50" kern="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 OFFENSE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고속 2마리+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9088" y="20574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11696" y="2057400"/>
            <a:ext cx="1755648" cy="914400"/>
          </a:xfrm>
          <a:prstGeom prst="roundRect">
            <a:avLst>
              <a:gd name="adj" fmla="val 14000"/>
            </a:avLst>
          </a:prstGeom>
          <a:solidFill>
            <a:srgbClr val="F9F0FF"/>
          </a:solidFill>
          <a:ln w="12700">
            <a:solidFill>
              <a:srgbClr val="E3D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20574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spc="50" kern="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커버리지 최적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위에서부터 우선순위로 판별 — 해당 없으면 BALANCED로 폴백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456432"/>
            <a:ext cx="8010144" cy="1188720"/>
          </a:xfrm>
          <a:prstGeom prst="roundRect">
            <a:avLst>
              <a:gd name="adj" fmla="val 12308"/>
            </a:avLst>
          </a:prstGeom>
          <a:solidFill>
            <a:srgbClr val="4A154B"/>
          </a:solidFill>
          <a:ln/>
          <a:effectLst>
            <a:outerShdw sx="100000" sy="100000" kx="0" ky="0" algn="bl" rotWithShape="0" blurRad="1397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" y="36118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BD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공격 점수 _score_attacker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3913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1.07·피해합 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+ 0.30·내구  + 0.55·속도  </a:t>
            </a:r>
            <a:pPr indent="0" marL="0">
              <a:buNone/>
            </a:pPr>
            <a:r>
              <a:rPr lang="en-US" sz="1650" b="1" dirty="0">
                <a:solidFill>
                  <a:srgbClr val="F0D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− 0.50·방어패널티</a:t>
            </a:r>
            <a:pPr indent="0" marL="0">
              <a:buNone/>
            </a:pPr>
            <a:r>
              <a:rPr lang="en-US" sz="1650" dirty="0">
                <a:solidFill>
                  <a:srgbClr val="D9BD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(P21)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41248" y="43342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BD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속도를 독립 항으로 반영(선공 우위) + 잘 버티는 포켓몬 우대(P21)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4ED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BATTLE POLICY · 1 /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40" kern="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배틀 — 턴 의사결정 흐름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 턴 두 슬롯의 행동을 우선순위로 결정 · 방어·컨트롤 우선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8096" y="2258568"/>
            <a:ext cx="0" cy="2002536"/>
          </a:xfrm>
          <a:prstGeom prst="line">
            <a:avLst/>
          </a:prstGeom>
          <a:noFill/>
          <a:ln w="25400">
            <a:solidFill>
              <a:srgbClr val="E3D3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057400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33856" y="2011680"/>
            <a:ext cx="3593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KO 가능 → 공격 위임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확정 KO 슬롯은 자유 슬롯으로 남김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724912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3856" y="2679192"/>
            <a:ext cx="3593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판단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파트너에게 KO 위임 (생존 / 전술 2종)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392424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392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3856" y="3346704"/>
            <a:ext cx="3593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생존·타입 교체 (P1)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HP&lt;25% / 4×@75% / 2×@50%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059936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3856" y="4014216"/>
            <a:ext cx="3593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자유 슬롯 화력 배분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2슬롯 듀오 최적 · 1슬롯 단일 최적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983480" y="2011680"/>
            <a:ext cx="3611880" cy="2697480"/>
          </a:xfrm>
          <a:prstGeom prst="roundRect">
            <a:avLst>
              <a:gd name="adj" fmla="val 5424"/>
            </a:avLst>
          </a:prstGeom>
          <a:solidFill>
            <a:srgbClr val="F4EDE4"/>
          </a:solidFill>
          <a:ln/>
          <a:effectLst>
            <a:outerShdw sx="100000" sy="100000" kx="0" ky="0" algn="bl" rotWithShape="0" blurRad="1397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30368" y="221284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교체 후보 선별 우선순위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0368" y="260604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교체 직후 즉시 KO당하는 후보 제외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남은 후보 중 화력 합산 최대 선택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상대 최강기 저항 후보에 ×1.3 보너스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즉시 KO 가능 후보 +15,000 (P7)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4133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버티지 않고 저항 가능한 포켓몬으로 전선을 재편한다.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4ED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BATTLE POLICY · 2 /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40" kern="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배틀 — 듀오 화력 배분 &amp; 성과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_best_assignment: 상황에 맞는 화력 집중 방식을 선택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93392"/>
            <a:ext cx="3913632" cy="1389888"/>
          </a:xfrm>
          <a:prstGeom prst="roundRect">
            <a:avLst>
              <a:gd name="adj" fmla="val 10526"/>
            </a:avLst>
          </a:prstGeom>
          <a:solidFill>
            <a:srgbClr val="F9F0FF"/>
          </a:solidFill>
          <a:ln w="12700">
            <a:solidFill>
              <a:srgbClr val="E3D3E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5798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KO Split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23744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쪽이 1마리를 확정 KO → 파트너는 다른 타겟으로 리다이렉트하여 2-for-2 효율 극대화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993392"/>
            <a:ext cx="3913632" cy="1389888"/>
          </a:xfrm>
          <a:prstGeom prst="roundRect">
            <a:avLst>
              <a:gd name="adj" fmla="val 10526"/>
            </a:avLst>
          </a:prstGeom>
          <a:solidFill>
            <a:srgbClr val="F4EDE4"/>
          </a:solidFill>
          <a:ln w="12700">
            <a:solidFill>
              <a:srgbClr val="E3D3E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9472" y="215798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Focus-Fire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9472" y="2523744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KO 불가 시 동일 타겟 집중 + KO·Priority·위협도 보너스로 '위협 제거' 가치 반영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493008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유효 속도 = 기본속도 × 부스트 × 마비(0.5) · 트릭룸 시 음수로 반전 처리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886200"/>
            <a:ext cx="8010144" cy="960120"/>
          </a:xfrm>
          <a:prstGeom prst="roundRect">
            <a:avLst>
              <a:gd name="adj" fmla="val 15238"/>
            </a:avLst>
          </a:prstGeom>
          <a:solidFill>
            <a:srgbClr val="4A154B"/>
          </a:solidFill>
          <a:ln/>
          <a:effectLst>
            <a:outerShdw sx="100000" sy="100000" kx="0" ky="0" algn="bl" rotWithShape="0" blurRad="1397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4014216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+5%p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58368" y="447141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BD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Battle · Yamabuki  44.5 → 49.5% (P1)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36976" y="4087368"/>
            <a:ext cx="0" cy="557784"/>
          </a:xfrm>
          <a:prstGeom prst="line">
            <a:avLst/>
          </a:prstGeom>
          <a:noFill/>
          <a:ln w="12700">
            <a:solidFill>
              <a:srgbClr val="5924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6976" y="4014216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71.3%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3328416" y="447141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BD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Friends Championship 평균  (66 → 71.3)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07024" y="4087368"/>
            <a:ext cx="0" cy="557784"/>
          </a:xfrm>
          <a:prstGeom prst="line">
            <a:avLst/>
          </a:prstGeom>
          <a:noFill/>
          <a:ln w="12700">
            <a:solidFill>
              <a:srgbClr val="5924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7024" y="4014216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5998464" y="447141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BD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Championship ELO  (공유약점 P4)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DaehoV2 — VGC AI 설계 발표</dc:title>
  <dc:subject>PptxGenJS Presentation</dc:subject>
  <dc:creator>DaehoV2</dc:creator>
  <cp:lastModifiedBy>DaehoV2</cp:lastModifiedBy>
  <cp:revision>1</cp:revision>
  <dcterms:created xsi:type="dcterms:W3CDTF">2026-06-01T08:47:17Z</dcterms:created>
  <dcterms:modified xsi:type="dcterms:W3CDTF">2026-06-01T08:47:17Z</dcterms:modified>
</cp:coreProperties>
</file>